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ьный слайд" id="{db531071-7964-2a6c-e3fb-9258b1556673}">
          <p14:sldIdLst>
            <p14:sldId id="256"/>
          </p14:sldIdLst>
        </p14:section>
        <p14:section name="О разработке" id="{08ef5b3c-a3c1-6ec4-0b85-9b586d708a0c}">
          <p14:sldIdLst>
            <p14:sldId id="257"/>
          </p14:sldIdLst>
        </p14:section>
        <p14:section name="Цели и задачи" id="{ef99d058-5cd6-c284-a733-a0496d88340b}">
          <p14:sldIdLst>
            <p14:sldId id="258"/>
          </p14:sldIdLst>
        </p14:section>
        <p14:section name="Возможности" id="{070a54ab-d66a-96e2-4f06-7f4a35dd6a54}">
          <p14:sldIdLst>
            <p14:sldId id="259"/>
          </p14:sldIdLst>
        </p14:section>
        <p14:section name="Инструменты" id="{350d5417-0435-e618-b602-c3e4537b62ba}">
          <p14:sldIdLst>
            <p14:sldId id="260"/>
          </p14:sldIdLst>
        </p14:section>
        <p14:section name="Экран входа" id="{7ac8ce64-972e-eef3-833f-86609669c50a}">
          <p14:sldIdLst>
            <p14:sldId id="261"/>
          </p14:sldIdLst>
        </p14:section>
        <p14:section name="Экран поиска" id="{22f63116-d2f8-f788-f279-8f8a485a3249}">
          <p14:sldIdLst>
            <p14:sldId id="262"/>
          </p14:sldIdLst>
        </p14:section>
        <p14:section name="Моя коллекция" id="{f2944fb9-08f9-8e01-a81b-27a5197cc936}">
          <p14:sldIdLst>
            <p14:sldId id="263"/>
          </p14:sldIdLst>
        </p14:section>
        <p14:section name="Перспективы" id="{bddb12ca-4527-3b09-65d0-162cee9c7c20}">
          <p14:sldIdLst>
            <p14:sldId id="264"/>
          </p14:sldIdLst>
        </p14:section>
        <p14:section name="Финал" id="{e77e2008-e550-44b3-e4ff-067260ef13ee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Логотип ЕКТС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502920" cy="822960"/>
          </a:xfrm>
          <a:prstGeom prst="rect">
            <a:avLst/>
          </a:prstGeom>
        </p:spPr>
      </p:pic>
      <p:sp>
        <p:nvSpPr>
          <p:cNvPr id="3" name="Колледж"/>
          <p:cNvSpPr txBox="1"/>
          <p:nvPr/>
        </p:nvSpPr>
        <p:spPr>
          <a:xfrm>
            <a:off x="109728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Министерство образования и молодежной политики Свердловской области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ГАПОУ СО «Екатеринбургский колледж транспортного строительства»</a:t>
            </a:r>
            <a:endParaRPr lang="en-US" sz="1200" dirty="0"/>
          </a:p>
        </p:txBody>
      </p:sp>
      <p:sp>
        <p:nvSpPr>
          <p:cNvPr id="4" name="Название"/>
          <p:cNvSpPr txBox="1"/>
          <p:nvPr/>
        </p:nvSpPr>
        <p:spPr>
          <a:xfrm>
            <a:off x="457200" y="15544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Мобильное приложение «Факты о персонаже»</a:t>
            </a:r>
            <a:endParaRPr lang="en-US" sz="3400" dirty="0"/>
          </a:p>
        </p:txBody>
      </p:sp>
      <p:sp>
        <p:nvSpPr>
          <p:cNvPr id="5" name="Практика"/>
          <p:cNvSpPr txBox="1"/>
          <p:nvPr/>
        </p:nvSpPr>
        <p:spPr>
          <a:xfrm>
            <a:off x="45720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Практическое занятие 5.2 (работа с API)</a:t>
            </a:r>
            <a:endParaRPr lang="en-US" sz="1800" dirty="0"/>
          </a:p>
        </p:txBody>
      </p:sp>
      <p:sp>
        <p:nvSpPr>
          <p:cNvPr id="6" name="Автор"/>
          <p:cNvSpPr txBox="1"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Работу выполнил: Панарин К.К.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Руководитель: Мирошниченко Г.В.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Группа: Пр-31</a:t>
            </a:r>
            <a:endParaRPr lang="en-US" sz="1400" dirty="0"/>
          </a:p>
        </p:txBody>
      </p:sp>
      <p:sp>
        <p:nvSpPr>
          <p:cNvPr id="7" name="Покебол низ"/>
          <p:cNvSpPr/>
          <p:nvPr/>
        </p:nvSpPr>
        <p:spPr>
          <a:xfrm>
            <a:off x="6400800" y="1463040"/>
            <a:ext cx="2194560" cy="21945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22222"/>
            </a:solidFill>
            <a:prstDash val="solid"/>
          </a:ln>
        </p:spPr>
      </p:sp>
      <p:sp>
        <p:nvSpPr>
          <p:cNvPr id="8" name="Покебол верх"/>
          <p:cNvSpPr/>
          <p:nvPr/>
        </p:nvSpPr>
        <p:spPr>
          <a:xfrm>
            <a:off x="6400800" y="1463040"/>
            <a:ext cx="2194560" cy="2194560"/>
          </a:xfrm>
          <a:prstGeom prst="chord">
            <a:avLst>
              <a:gd name="adj1" fmla="val 10800000"/>
              <a:gd name="adj2" fmla="val 0"/>
            </a:avLst>
          </a:prstGeom>
          <a:solidFill>
            <a:srgbClr val="CC0000"/>
          </a:solidFill>
          <a:ln w="38100">
            <a:solidFill>
              <a:srgbClr val="222222"/>
            </a:solidFill>
            <a:prstDash val="solid"/>
          </a:ln>
        </p:spPr>
      </p:sp>
      <p:sp>
        <p:nvSpPr>
          <p:cNvPr id="9" name="Покебол полоса"/>
          <p:cNvSpPr/>
          <p:nvPr/>
        </p:nvSpPr>
        <p:spPr>
          <a:xfrm>
            <a:off x="6400800" y="2494483"/>
            <a:ext cx="2194560" cy="13167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Покебол кнопка"/>
          <p:cNvSpPr/>
          <p:nvPr/>
        </p:nvSpPr>
        <p:spPr>
          <a:xfrm>
            <a:off x="7234733" y="2296973"/>
            <a:ext cx="526694" cy="52669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22222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="http://schemas.microsoft.com/office/powerpoint/2012/main" Requires="p15">
      <p:transition spd="slow" p14:dur="2500">
        <p15:prstTrans prst="fractur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 разработке</a:t>
            </a:r>
            <a:endParaRPr lang="en-US" sz="3000" dirty="0"/>
          </a:p>
        </p:txBody>
      </p:sp>
      <p:sp>
        <p:nvSpPr>
          <p:cNvPr id="3" name="Описание"/>
          <p:cNvSpPr txBox="1"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Приложение «Факты о персонаже» показывает информацию о покемонах. Пользователь вводит имя или номер покемона, а приложение получает данные из открытого сервиса PokeAPI и выводит номер, имя, рост, вес и тип.</a:t>
            </a:r>
            <a:endParaRPr lang="en-US" sz="1800" dirty="0"/>
          </a:p>
        </p:txBody>
      </p:sp>
      <p:sp>
        <p:nvSpPr>
          <p:cNvPr id="4" name="Описание 2"/>
          <p:cNvSpPr txBox="1"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Найденных покемонов можно сохранять в свою коллекцию, писать к ним заметки и удалять их.</a:t>
            </a:r>
            <a:endParaRPr lang="en-US" sz="1800" dirty="0"/>
          </a:p>
        </p:txBody>
      </p:sp>
      <p:sp>
        <p:nvSpPr>
          <p:cNvPr id="5" name="Ссылка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Сайт API: https://pokeapi.co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vortex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Цели и задачи</a:t>
            </a:r>
            <a:endParaRPr lang="en-US" sz="3000" dirty="0"/>
          </a:p>
        </p:txBody>
      </p:sp>
      <p:sp>
        <p:nvSpPr>
          <p:cNvPr id="3" name="Цель заголовок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Цель:</a:t>
            </a:r>
            <a:endParaRPr lang="en-US" sz="2000" dirty="0"/>
          </a:p>
        </p:txBody>
      </p:sp>
      <p:sp>
        <p:nvSpPr>
          <p:cNvPr id="4" name="Цель"/>
          <p:cNvSpPr txBox="1"/>
          <p:nvPr/>
        </p:nvSpPr>
        <p:spPr>
          <a:xfrm>
            <a:off x="457200" y="1508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разработать мобильное приложение, которое получает данные через API и сохраняет их в SharedPreferences и базе данных Room.</a:t>
            </a:r>
            <a:endParaRPr lang="en-US" sz="1800" dirty="0"/>
          </a:p>
        </p:txBody>
      </p:sp>
      <p:sp>
        <p:nvSpPr>
          <p:cNvPr id="5" name="Задачи заголовок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Задачи:</a:t>
            </a:r>
            <a:endParaRPr lang="en-US" sz="2000" dirty="0"/>
          </a:p>
        </p:txBody>
      </p:sp>
      <p:sp>
        <p:nvSpPr>
          <p:cNvPr id="6" name="Текст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сделать экран входа с проверкой полей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получать данные о покемоне через Volley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переводить ответ из JSON в объект с помощью Gson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хранить коллекцию в Room с изменением и удалением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shred pattern="strip"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Функциональные возможности</a:t>
            </a:r>
            <a:endParaRPr lang="en-US" sz="3000" dirty="0"/>
          </a:p>
        </p:txBody>
      </p:sp>
      <p:sp>
        <p:nvSpPr>
          <p:cNvPr id="3" name="Текст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вход по логину и паролю, проверка полей на пустоту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сохранение пользователя в SharedPreferences в формате JSON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поиск покемона по имени или номеру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сохранение последнего найденного покемона в SharedPreferences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добавление покемона в коллекцию (база данных Room)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изменение заметки и удаление покемона из коллекции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flas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Используемые инструменты</a:t>
            </a:r>
            <a:endParaRPr lang="en-US" sz="3000" dirty="0"/>
          </a:p>
        </p:txBody>
      </p:sp>
      <p:graphicFrame>
        <p:nvGraphicFramePr>
          <p:cNvPr id="6" name="Таблица инструментов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Инструмент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Для чего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Android Studio, Kotlin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разработка приложения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PokeAPI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данные о покемонах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Volley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запросы к API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Gson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перевод JSON в объект и обратно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SharedPreferences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пользователь и последний поиск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Room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коллекция покемонов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="http://schemas.microsoft.com/office/powerpoint/2012/main" Requires="p15">
      <p:transition spd="slow" p14:dur="2500">
        <p15:prstTrans prst="crush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Экран входа</a:t>
            </a:r>
            <a:endParaRPr lang="en-US" sz="3000" dirty="0"/>
          </a:p>
        </p:txBody>
      </p:sp>
      <p:sp>
        <p:nvSpPr>
          <p:cNvPr id="3" name="Текст"/>
          <p:cNvSpPr txBox="1"/>
          <p:nvPr/>
        </p:nvSpPr>
        <p:spPr>
          <a:xfrm>
            <a:off x="457200" y="12801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поля «Логин» и «Пароль»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проверка, что поля не пустые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проверка пароля, если логин уже есть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сохранение пользователя в SharedPreferences</a:t>
            </a:r>
            <a:endParaRPr lang="en-US" sz="1800" dirty="0"/>
          </a:p>
        </p:txBody>
      </p:sp>
      <p:pic>
        <p:nvPicPr>
          <p:cNvPr id="26" name="Скриншот" descr="Скриншот экрана вход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705" y="594360"/>
            <a:ext cx="1957310" cy="4023360"/>
          </a:xfrm>
          <a:prstGeom prst="rect">
            <a:avLst/>
          </a:prstGeom>
          <a:ln w="12700">
            <a:solidFill>
              <a:schemeClr val="accent6"/>
            </a:solidFill>
          </a:ln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honeycomb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Экран поиска</a:t>
            </a:r>
            <a:endParaRPr lang="en-US" sz="3000" dirty="0"/>
          </a:p>
        </p:txBody>
      </p:sp>
      <p:sp>
        <p:nvSpPr>
          <p:cNvPr id="3" name="Текст"/>
          <p:cNvSpPr txBox="1"/>
          <p:nvPr/>
        </p:nvSpPr>
        <p:spPr>
          <a:xfrm>
            <a:off x="457200" y="12801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ввод имени или номера покемона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запрос к PokeAPI через Volley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вывод номера, имени, роста, веса и типа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кнопка «Добавить в коллекцию»</a:t>
            </a:r>
            <a:endParaRPr lang="en-US" sz="1800" dirty="0"/>
          </a:p>
        </p:txBody>
      </p:sp>
      <p:pic>
        <p:nvPicPr>
          <p:cNvPr id="26" name="Скриншот" descr="Скриншот экрана поиска: найден pikach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705" y="594360"/>
            <a:ext cx="1957310" cy="4023360"/>
          </a:xfrm>
          <a:prstGeom prst="rect">
            <a:avLst/>
          </a:prstGeom>
          <a:ln w="12700">
            <a:solidFill>
              <a:schemeClr val="accent6"/>
            </a:solidFill>
          </a:ln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ipple dir="cente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Моя коллекция</a:t>
            </a:r>
            <a:endParaRPr lang="en-US" sz="3000" dirty="0"/>
          </a:p>
        </p:txBody>
      </p:sp>
      <p:sp>
        <p:nvSpPr>
          <p:cNvPr id="3" name="Текст"/>
          <p:cNvSpPr txBox="1"/>
          <p:nvPr/>
        </p:nvSpPr>
        <p:spPr>
          <a:xfrm>
            <a:off x="457200" y="12801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список покемонов из базы Room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выбор покемона нажатием на список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кнопка «Изменить» сохраняет заметку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кнопка «Удалить» убирает покемона</a:t>
            </a:r>
            <a:endParaRPr lang="en-US" sz="1800" dirty="0"/>
          </a:p>
        </p:txBody>
      </p:sp>
      <p:pic>
        <p:nvPicPr>
          <p:cNvPr id="26" name="Скриншот" descr="Скриншот экрана коллекции с выбранным покемоно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705" y="594360"/>
            <a:ext cx="1957310" cy="4023360"/>
          </a:xfrm>
          <a:prstGeom prst="rect">
            <a:avLst/>
          </a:prstGeom>
          <a:ln w="12700">
            <a:solidFill>
              <a:schemeClr val="accent6"/>
            </a:solidFill>
          </a:ln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flythrough hasBounce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Перспективы развития</a:t>
            </a:r>
            <a:endParaRPr lang="en-US" sz="3000" dirty="0"/>
          </a:p>
        </p:txBody>
      </p:sp>
      <p:sp>
        <p:nvSpPr>
          <p:cNvPr id="3" name="Текст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показывать картинку покемона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выводить способности и характеристики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добавить поиск по типу покемона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сделать раздел «Избранное»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vortex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Логотип ЕКТС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502920" cy="822960"/>
          </a:xfrm>
          <a:prstGeom prst="rect">
            <a:avLst/>
          </a:prstGeom>
        </p:spPr>
      </p:pic>
      <p:sp>
        <p:nvSpPr>
          <p:cNvPr id="3" name="Колледж"/>
          <p:cNvSpPr txBox="1"/>
          <p:nvPr/>
        </p:nvSpPr>
        <p:spPr>
          <a:xfrm>
            <a:off x="109728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Министерство образования и молодежной политики Свердловской области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ГАПОУ СО «Екатеринбургский колледж транспортного строительства»</a:t>
            </a:r>
            <a:endParaRPr lang="en-US" sz="1200" dirty="0"/>
          </a:p>
        </p:txBody>
      </p:sp>
      <p:sp>
        <p:nvSpPr>
          <p:cNvPr id="4" name="Название"/>
          <p:cNvSpPr txBox="1"/>
          <p:nvPr/>
        </p:nvSpPr>
        <p:spPr>
          <a:xfrm>
            <a:off x="457200" y="15544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Мобильное приложение «Факты о персонаже»</a:t>
            </a:r>
            <a:endParaRPr lang="en-US" sz="3400" dirty="0"/>
          </a:p>
        </p:txBody>
      </p:sp>
      <p:sp>
        <p:nvSpPr>
          <p:cNvPr id="5" name="Практика"/>
          <p:cNvSpPr txBox="1"/>
          <p:nvPr/>
        </p:nvSpPr>
        <p:spPr>
          <a:xfrm>
            <a:off x="45720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Практическое занятие 5.2 (работа с API)</a:t>
            </a:r>
            <a:endParaRPr lang="en-US" sz="1800" dirty="0"/>
          </a:p>
        </p:txBody>
      </p:sp>
      <p:sp>
        <p:nvSpPr>
          <p:cNvPr id="6" name="Автор"/>
          <p:cNvSpPr txBox="1"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Работу выполнил: Панарин К.К.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Руководитель: Мирошниченко Г.В.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Группа: Пр-31</a:t>
            </a:r>
            <a:endParaRPr lang="en-US" sz="1400" dirty="0"/>
          </a:p>
        </p:txBody>
      </p:sp>
      <p:sp>
        <p:nvSpPr>
          <p:cNvPr id="7" name="Покебол низ"/>
          <p:cNvSpPr/>
          <p:nvPr/>
        </p:nvSpPr>
        <p:spPr>
          <a:xfrm>
            <a:off x="6400800" y="1463040"/>
            <a:ext cx="2194560" cy="21945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22222"/>
            </a:solidFill>
            <a:prstDash val="solid"/>
          </a:ln>
        </p:spPr>
      </p:sp>
      <p:sp>
        <p:nvSpPr>
          <p:cNvPr id="8" name="Покебол верх"/>
          <p:cNvSpPr/>
          <p:nvPr/>
        </p:nvSpPr>
        <p:spPr>
          <a:xfrm>
            <a:off x="6400800" y="1463040"/>
            <a:ext cx="2194560" cy="2194560"/>
          </a:xfrm>
          <a:prstGeom prst="chord">
            <a:avLst>
              <a:gd name="adj1" fmla="val 10800000"/>
              <a:gd name="adj2" fmla="val 0"/>
            </a:avLst>
          </a:prstGeom>
          <a:solidFill>
            <a:srgbClr val="CC0000"/>
          </a:solidFill>
          <a:ln w="38100">
            <a:solidFill>
              <a:srgbClr val="222222"/>
            </a:solidFill>
            <a:prstDash val="solid"/>
          </a:ln>
        </p:spPr>
      </p:sp>
      <p:sp>
        <p:nvSpPr>
          <p:cNvPr id="9" name="Покебол полоса"/>
          <p:cNvSpPr/>
          <p:nvPr/>
        </p:nvSpPr>
        <p:spPr>
          <a:xfrm>
            <a:off x="6400800" y="2494483"/>
            <a:ext cx="2194560" cy="13167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Покебол кнопка"/>
          <p:cNvSpPr/>
          <p:nvPr/>
        </p:nvSpPr>
        <p:spPr>
          <a:xfrm>
            <a:off x="7234733" y="2296973"/>
            <a:ext cx="526694" cy="52669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22222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="http://schemas.microsoft.com/office/powerpoint/2012/main" Requires="p15">
      <p:transition spd="slow" p14:dur="2500">
        <p15:prstTrans prst="fractur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okemon Simple">
  <a:themeElements>
    <a:clrScheme name="Pokemon Simple">
      <a:dk1>
        <a:srgbClr val="222222"/>
      </a:dk1>
      <a:lt1>
        <a:srgbClr val="FFFFFF"/>
      </a:lt1>
      <a:dk2>
        <a:srgbClr val="444444"/>
      </a:dk2>
      <a:lt2>
        <a:srgbClr val="EEEEEE"/>
      </a:lt2>
      <a:accent1>
        <a:srgbClr val="CC0000"/>
      </a:accent1>
      <a:accent2>
        <a:srgbClr val="3B4CCA"/>
      </a:accent2>
      <a:accent3>
        <a:srgbClr val="FFDE00"/>
      </a:accent3>
      <a:accent4>
        <a:srgbClr val="777777"/>
      </a:accent4>
      <a:accent5>
        <a:srgbClr val="990000"/>
      </a:accent5>
      <a:accent6>
        <a:srgbClr val="BBBBBB"/>
      </a:accent6>
      <a:hlink>
        <a:srgbClr val="3B4CCA"/>
      </a:hlink>
      <a:folHlink>
        <a:srgbClr val="777777"/>
      </a:folHlink>
    </a:clrScheme>
    <a:fontScheme name="Pokemon Simpl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Факты о персонаже</dc:title>
  <dc:subject>PptxGenJS Presentation</dc:subject>
  <dc:creator>Панарин К.К.</dc:creator>
  <cp:lastModifiedBy>Панарин К.К.</cp:lastModifiedBy>
  <cp:revision>1</cp:revision>
  <dcterms:created xsi:type="dcterms:W3CDTF">2026-10-27T10:15:47Z</dcterms:created>
  <dcterms:modified xsi:type="dcterms:W3CDTF">2026-10-27T10:15:47Z</dcterms:modified>
</cp:coreProperties>
</file>